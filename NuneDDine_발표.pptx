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914400"/>
            <a:ext cx="3291840" cy="329184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1828800" cy="1828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3566160"/>
            <a:ext cx="1645920" cy="1645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57784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주식 분석 + 다마고치 하드웨어 연동 서비스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41732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017520"/>
            <a:ext cx="141732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3017520"/>
            <a:ext cx="141732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3017520"/>
            <a:ext cx="141732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017520"/>
            <a:ext cx="141732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017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IoT 기반 융합 서비스 개발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7957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7957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9264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 및 주제 선정 이유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7393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및 역할 분담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6829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6265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570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① — AI 종목 분석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5137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9264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② — 인기 / 관심 종목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7957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7957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66944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③ — 커뮤니티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77393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7393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66944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④ — 하드웨어 연동 (다마고치)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36829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6829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66944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및 트러블슈팅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296265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6265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6944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557016"/>
            <a:ext cx="420624" cy="347472"/>
          </a:xfrm>
          <a:prstGeom prst="roundRect">
            <a:avLst>
              <a:gd name="adj" fmla="val 3947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570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66944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및 개선 방향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 및 주제 선정 이유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NuneDDine인가?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78992"/>
          </a:xfrm>
          <a:prstGeom prst="roundRect">
            <a:avLst>
              <a:gd name="adj" fmla="val 10169"/>
            </a:avLst>
          </a:prstGeom>
          <a:solidFill>
            <a:srgbClr val="E8F6F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뉴스는 많지만 해석이 어렵다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뉴스는 전문 용어가 많아 개인 투자자가 종목 영향을 판단하기 어렵다.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0" cy="1078992"/>
          </a:xfrm>
          <a:prstGeom prst="roundRect">
            <a:avLst>
              <a:gd name="adj" fmla="val 10169"/>
            </a:avLst>
          </a:prstGeom>
          <a:solidFill>
            <a:srgbClr val="E8F6F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데이터는 있지만 인사이트가 없다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데이터는 넘치지만 "왜 올랐는지" 설명해주는 서비스는 드물다.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840480" cy="1078992"/>
          </a:xfrm>
          <a:prstGeom prst="roundRect">
            <a:avLst>
              <a:gd name="adj" fmla="val 10169"/>
            </a:avLst>
          </a:prstGeom>
          <a:solidFill>
            <a:srgbClr val="E8F6F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항상 스마트폰을 볼 수 없다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 중에도 다른 일을 해야 하는 상황에서 직관적인 현황 파악이 필요하다.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29200" y="1005840"/>
            <a:ext cx="3657600" cy="3474720"/>
          </a:xfrm>
          <a:prstGeom prst="roundRect">
            <a:avLst>
              <a:gd name="adj" fmla="val 526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234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NuneDDine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FinBERT로 뉴스 감성 분석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4871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Prophet 7일 가격 예측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9626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XAI 요인별 영향도 시각화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43814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Critic Agent 투자 의견 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9136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ESP32 다마고치로 직관적 알림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구성 및 역할 분담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구성 및 역할 분담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993392" cy="370332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9536" y="1207008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22677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희선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6243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시스템 / 백엔드 리더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 전체 API 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43814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에이전트 orchestration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8587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결과 통합 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2793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전체 연결 책임자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1993392" cy="370332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08376" y="1207008"/>
            <a:ext cx="914400" cy="9144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2677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26243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데이터 수집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yfinance 주가 수집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43814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NewsAPI / RSS 크롤링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8587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데이터 전처리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42793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stock_price + news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1993392" cy="370332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57216" y="1207008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17720" y="22677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26243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AI / 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FinBERT 감성 분석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43814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Prophet 가격 예측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8587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uncertainty 계산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42793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confidence_score 반환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1051560"/>
            <a:ext cx="1993392" cy="370332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06056" y="1207008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6056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766560" y="22677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채민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66560" y="26243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프론트엔드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/ Vite UI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43814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차트 · 신뢰도 시각화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8587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CSS 디자인 시스템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42793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 다마고치 / 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33856"/>
            <a:ext cx="1371600" cy="329184"/>
          </a:xfrm>
          <a:prstGeom prst="roundRect">
            <a:avLst>
              <a:gd name="adj" fmla="val 41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33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18 + 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581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Firebase Auth / Firestore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CSS Custom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0233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33856"/>
            <a:ext cx="1371600" cy="329184"/>
          </a:xfrm>
          <a:prstGeom prst="roundRect">
            <a:avLst>
              <a:gd name="adj" fmla="val 41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33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581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FastAPI (Python)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1581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Firebase Admin SDK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yfinance / requests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2075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uvicorn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0233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099816"/>
            <a:ext cx="1371600" cy="329184"/>
          </a:xfrm>
          <a:prstGeom prst="roundRect">
            <a:avLst>
              <a:gd name="adj" fmla="val 4166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99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47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FinBERT (감성분석)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547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Prophet (시계열 예측)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Shapley XAI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Critic Agent (LLM)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971800"/>
            <a:ext cx="40233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099816"/>
            <a:ext cx="1371600" cy="329184"/>
          </a:xfrm>
          <a:prstGeom prst="roundRect">
            <a:avLst>
              <a:gd name="adj" fmla="val 41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99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547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ESP32-C3 (BLE)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3547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ST7789 240×240 TFT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BLE ble_sender.py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Passive Buzzer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20116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D1E1A"/>
          </a:solidFill>
          <a:ln w="12700">
            <a:solidFill>
              <a:srgbClr val="0D1E1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066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432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066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432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066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432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96926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335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· Prophet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10896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C45628"/>
          </a:solidFill>
          <a:ln w="12700">
            <a:solidFill>
              <a:srgbClr val="C45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31638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5295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Firestore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20116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2066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43230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ST7789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2423160"/>
            <a:ext cx="18288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611880" y="2423160"/>
            <a:ext cx="13716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349240" y="2103120"/>
            <a:ext cx="137160" cy="-68580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349240" y="2743200"/>
            <a:ext cx="137160" cy="50292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086600" y="1325880"/>
            <a:ext cx="228600" cy="91440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086600" y="3520440"/>
            <a:ext cx="228600" cy="-91440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6949440" y="2331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 ① — AI 종목 분석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종목 분석 파이프라인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58952" y="105156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5895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199339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" y="26517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/ API로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뉴스 크롤링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92808" y="2331720"/>
            <a:ext cx="164592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450592" y="10515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84248" y="199339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84248" y="26517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Negative 점수화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84448" y="2331720"/>
            <a:ext cx="164592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142232" y="1051560"/>
            <a:ext cx="822960" cy="8229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4223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75888" y="199339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예측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75888" y="26517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후 종가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신뢰구간 포함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76088" y="2331720"/>
            <a:ext cx="164592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33872" y="1051560"/>
            <a:ext cx="822960" cy="822960"/>
          </a:xfrm>
          <a:prstGeom prst="ellipse">
            <a:avLst/>
          </a:prstGeom>
          <a:solidFill>
            <a:srgbClr val="C45628"/>
          </a:solidFill>
          <a:ln w="12700">
            <a:solidFill>
              <a:srgbClr val="C456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3387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67528" y="199339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5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요인 분석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67528" y="26517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값으로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요인별 기여도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67728" y="2331720"/>
            <a:ext cx="164592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525512" y="1051560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25512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59168" y="199339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생성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59168" y="26517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투자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텍스트 생성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07141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→  분석 탭에서 감성 점수 · 예측 차트 · XAI 바 · Critic 텍스트 원스톱 제공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 ② — 인기 / 관심 종목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인기 종목 &amp; 관심 종목 관리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인기 종목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조회수 기반 랭킹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현재가 · 등락률 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바로가기 버튼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onSnapshot 실시간 동기화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 종목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5087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매수가 · 매수 수량 입력 관리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손익 금액 · 손익률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 전환 (전체 / 수익 / 손실)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Firestore에 실시간 저장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474720"/>
          </a:xfrm>
          <a:prstGeom prst="line">
            <a:avLst/>
          </a:prstGeom>
          <a:noFill/>
          <a:ln w="6350">
            <a:solidFill>
              <a:srgbClr val="0D948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20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E8F6F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5478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onSnapshot 실시간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E8F6F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5478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손익 계산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(현재가 - 매수가) × 수량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E8F6F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5478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탭 필터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/ 수익 / 손실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 ③ — 커뮤니티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커뮤니티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2161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종목별 토론 게시판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6184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종목에 대한 투자자들의 의견과 분석을 공유하는 커뮤니티 공간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02336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0" y="12161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 / 댓글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6184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게시글에 반응하고 댓글로 심층 토론 가능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25880" y="31363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연동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5387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로그인한 사용자만 작성 가능, 프로필 기반 표시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023360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762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0" y="31363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통계 연동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35387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내 반응을 AI 감성 분석과 함께 보여줌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기능 ④ — 하드웨어 연동 (다마고치)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다마고치 하드웨어 연동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ST7789  240×240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(bleak)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Buzzer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종목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주기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감정 상태 매핑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49047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초과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20824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9476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SEMI-HAPPY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947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~ +5%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551176"/>
            <a:ext cx="329184" cy="32918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47802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478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-2% ~ +2%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08152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083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-5% ~ -2%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5387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538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~ -5%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14223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069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이하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7141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포맷:  "삼성전자,+1.23,71000.00,W,68000.00,10|카카오,..."  (|로 종목 구분)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과정 및 트러블슈팅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트러블슈팅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89304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9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27632" y="1124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Firebase 키 노출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148132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GCP Console에서 즉시 키 삭제 후 재발급, firebase_config.json을 .gitignore에 추가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2C5F2D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249424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9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20848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BLE MTU 초과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7632" y="244144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512바이트 청크 분할 전송으로 해결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209544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9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27632" y="3044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ST7735 → ST7789 교체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27632" y="34015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해상도 240×240 맞게 좌표/폰트 사이즈 전면 재조정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8890">
            <a:solidFill>
              <a:srgbClr val="6D2E4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169664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696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27632" y="40050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ranking-info flex 충돌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27632" y="436168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관심종목 info 영역에 inline style fixed width 적용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시연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라이브 시연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서비스를 직접 보여드립니다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1128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분석 화면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인기 종목 → 분석 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1128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종목 손익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매수가 입력 → 손익 표시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1128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다마고치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연결 → 감정 변화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DD4B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회고 및 개선 방향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회고 및 개선 방향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잘 된 점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파이프라인 end-to-end 완성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실시간 연동 성공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통일된 UI/UX 디자인 시스템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실시간 동기화 구현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개선 방향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반응형 레이아웃 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많은 종목 / 글로벌 시장 확대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알림 (FCM) 연동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다마고치 캐릭터 애니메이션 다양화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정확도 개선 (파인튜닝)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291840"/>
          </a:xfrm>
          <a:prstGeom prst="line">
            <a:avLst/>
          </a:prstGeom>
          <a:noFill/>
          <a:ln w="6350">
            <a:solidFill>
              <a:srgbClr val="0D9488"/>
            </a:solidFill>
            <a:prstDash val="dash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 w="635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D9488">
              <a:alpha val="8000"/>
            </a:srgbClr>
          </a:solidFill>
          <a:ln w="635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-1097280"/>
            <a:ext cx="7315200" cy="7315200"/>
          </a:xfrm>
          <a:prstGeom prst="ellipse">
            <a:avLst/>
          </a:prstGeom>
          <a:solidFill>
            <a:srgbClr val="0D9488">
              <a:alpha val="8000"/>
            </a:srgbClr>
          </a:solidFill>
          <a:ln w="635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NuneDDine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주식 분석 + 다마고치 하드웨어 연동 서비스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NuneDDine 프로젝트 발표</dc:title>
  <dc:subject>PptxGenJS Presentation</dc:subject>
  <dc:creator>NuneDDine Team</dc:creator>
  <cp:lastModifiedBy>NuneDDine Team</cp:lastModifiedBy>
  <cp:revision>1</cp:revision>
  <dcterms:created xsi:type="dcterms:W3CDTF">2026-07-24T04:49:10Z</dcterms:created>
  <dcterms:modified xsi:type="dcterms:W3CDTF">2026-07-24T04:49:10Z</dcterms:modified>
</cp:coreProperties>
</file>